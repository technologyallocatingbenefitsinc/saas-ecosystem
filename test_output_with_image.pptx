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AB308"/>
                </a:solidFill>
                <a:latin typeface="Arial"/>
              </a:defRPr>
            </a:pPr>
            <a:r>
              <a:t>Text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4E4E7"/>
                </a:solidFill>
              </a:defRPr>
            </a:pPr>
            <a:r>
              <a:t>Just text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Generated by MODYFIRE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AB308"/>
                </a:solidFill>
                <a:latin typeface="Arial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943600" cy="0"/>
          </a:xfrm>
        </p:spPr>
        <p:txBody>
          <a:bodyPr/>
          <a:lstStyle/>
          <a:p>
            <a:pPr>
              <a:defRPr sz="2400">
                <a:solidFill>
                  <a:srgbClr val="E4E4E7"/>
                </a:solidFill>
              </a:defRPr>
            </a:pPr>
            <a:r>
              <a:t>Point 1</a:t>
            </a:r>
          </a:p>
          <a:p>
            <a:pPr>
              <a:defRPr sz="2400">
                <a:solidFill>
                  <a:srgbClr val="E4E4E7"/>
                </a:solidFill>
              </a:defRPr>
            </a:pPr>
            <a:r>
              <a:t>Point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Generated by MODYFIRE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